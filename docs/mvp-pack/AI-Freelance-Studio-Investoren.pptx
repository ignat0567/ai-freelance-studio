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1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697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 Freelance Studio\AI_FreelanceStudi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8912"/>
            <a:ext cx="53035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98448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FREELANCE STUDIO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298448" y="6949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SEPTEMBER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4983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 einem Satz</a:t>
            </a:r>
            <a:endParaRPr lang="en-US" sz="3600" dirty="0"/>
          </a:p>
          <a:p>
            <a:pPr marL="0" indent="0">
              <a:buNone/>
            </a:pPr>
            <a:r>
              <a:rPr lang="en-US" sz="3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wird ein Ordner.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345643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Chat. Auftrag rein, Ordner raus 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uns am Telefon.</a:t>
            </a:r>
            <a:endParaRPr lang="en-US" sz="1800" dirty="0"/>
          </a:p>
        </p:txBody>
      </p:sp>
      <p:pic>
        <p:nvPicPr>
          <p:cNvPr id="7" name="Image 1" descr="E:\AI Freelance Studio\generated_projects\Harbour-Bakery-order_75da46bf-7239-4a90-81ff-88cad8466bef-execution_79e7991d-ebb3-4965-a38e-5cd\delivery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759" y="1298448"/>
            <a:ext cx="5705856" cy="3566160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640080" y="64008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Harbour Bakery  ·  live aus dem Studio-Fenster  ·  sechs Minuten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DAS 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046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Schreibtisch. Ein Auftrag. Eine Lieferung.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läuft auf Windows, beim Operator — nicht in der Cloud des Kunden. Man tippt, was bestellt ist. Die Software schreibt den Brief, lässt Elena die Richtung setzen, baut, prüft und legt einen Ordner hin: README, Bericht, Screenshot. Wer den Ordner bekommt, braucht uns nicht am Telefon.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3566160" cy="33101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16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16382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767328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Datei. index.html. Kein npm, kein Server. Im Browser öffnen — fertig.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2633472"/>
            <a:ext cx="3566160" cy="33101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816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16382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Kleine Web-App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3767328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und React. Der Auftrag, den man sonst eine Woche von Hand macht.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0" y="2633472"/>
            <a:ext cx="3566160" cy="33101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816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316382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Telegram-Bot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75320" y="3767328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im Selektor. Kommt später. Wird heute nicht verkauft.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FÜR WEN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046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Für den, der den Auftrag schon hat.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72800" cy="135331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81328"/>
            <a:ext cx="100584" cy="1353312"/>
          </a:xfrm>
          <a:prstGeom prst="rect">
            <a:avLst/>
          </a:prstGeom>
          <a:solidFill>
            <a:srgbClr val="C9572C"/>
          </a:solidFill>
          <a:ln w="12700">
            <a:solidFill>
              <a:srgbClr val="C95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642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Freelancer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24128" y="21031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Person, die Websites und kleine Apps verkauft — und nicht drei Nächte CSS schieben will.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62656"/>
            <a:ext cx="10972800" cy="135331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62656"/>
            <a:ext cx="100584" cy="1353312"/>
          </a:xfrm>
          <a:prstGeom prst="rect">
            <a:avLst/>
          </a:prstGeom>
          <a:solidFill>
            <a:srgbClr val="C9572C"/>
          </a:solidFill>
          <a:ln w="12700">
            <a:solidFill>
              <a:srgbClr val="C95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14553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Kleine Studios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24128" y="35844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 Köpfe, viele Anfragen. Die Software sitzt neben dem Operator, nicht vor dem Kunden.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443984"/>
            <a:ext cx="10972800" cy="135331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443984"/>
            <a:ext cx="100584" cy="1353312"/>
          </a:xfrm>
          <a:prstGeom prst="rect">
            <a:avLst/>
          </a:prstGeom>
          <a:solidFill>
            <a:srgbClr val="C9572C"/>
          </a:solidFill>
          <a:ln w="12700">
            <a:solidFill>
              <a:srgbClr val="C95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62686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der Endkunde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24128" y="50657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Bäcker sieht den Ordner. Er installiert Studio nicht. So soll es sein.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HEUTE GEHT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046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versprochen. Gelaufen.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72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aus dem Fenster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0312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Project, Brief, Elena, Start live build. Der Ordner kommt aus dem echten Lauf — nicht aus einer Attrappe.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38988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72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schreibt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210312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Grok-Abo, lokale Ollama, Claude Code, OpenCode oder OpenRouter. Vor dem Start gewählt.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38988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572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Elena nach Thema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47888" y="210312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Bäckerei wird nicht zum Klima-Brand. Jeder Brief bekommt die Atmosphäre dieser Welt.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2160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9044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QA, die misst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" y="443484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200, Konsole, Overflow, fps wenn eine Leinwand da ist. Schönheit ist kein Gate — Messung schon.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372160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39044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Ordner ohne uns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44568" y="443484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Bericht, Screenshot. Open folder. Repair im selben Workspace, kein neuer Auftrag.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72160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39044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Preflight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7888" y="443484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Fehlt Docker oder grok login, startet Live nicht. Die Checkliste nennt den Befehl.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 AGENTEN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6809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Jeder hat eine Rolle. Keiner darf die des anderen nehmen.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Projektleitung. Fragt nach, bis Scope und Fertig-Kriterien stehen. Schreibt keinen Code.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28016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Elena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44568" y="19202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 Richtung und Atmosphäre. Sie hält die Komposition — sie verkauft keinen Geschmack.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47888" y="19202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Übergabe an den Coder. Architektur, Dateien, Grenzen. Darf das MVP nicht selbst für fertig erklären.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703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" y="41605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Grok, Ollama, Claude oder OpenRouter. Schreibt die Dateien auf die Platte.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43400" y="352044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3703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BugCatcher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44568" y="41605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QA. Was rot ist, geht zurück. Was grün ist, ist gemessen — nicht behauptet.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352044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3703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Judge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47888" y="41605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nur die Belege. Darf objektives Scheitern nicht wegwischen.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49224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(Analyse), Sentinel (Sicherheit), Lupa (Code-Review) und Goldie (Geschäft) sitzen als Rollenverträge im Studio. Sie laufen nicht auf jedem Website-Auftrag mit.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 ·  AUFTRAG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3A3530"/>
            </a:solidFill>
            <a:prstDash val="solid"/>
          </a:ln>
        </p:spPr>
      </p:sp>
      <p:pic>
        <p:nvPicPr>
          <p:cNvPr id="5" name="Image 0" descr="E:\AI Freelance Studio\docs\mvp-pack\ui-shots\ui-bakery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216" y="804672"/>
            <a:ext cx="7827264" cy="4892040"/>
          </a:xfrm>
          <a:prstGeom prst="rect">
            <a:avLst/>
          </a:prstGeom>
          <a:effectLst>
            <a:outerShdw blurRad="203200" dist="635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40080" y="649224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Operator schreibt den Auftrag in Alltagssprache. Harbour Bakery — so startet ein Live-Lauf.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 ·  LIEFERUNG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3A3530"/>
            </a:solidFill>
            <a:prstDash val="solid"/>
          </a:ln>
        </p:spPr>
      </p:sp>
      <p:pic>
        <p:nvPicPr>
          <p:cNvPr id="5" name="Image 0" descr="E:\AI Freelance Studio\docs\mvp-pack\ui-shots\ui-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216" y="804672"/>
            <a:ext cx="7827264" cy="4892040"/>
          </a:xfrm>
          <a:prstGeom prst="rect">
            <a:avLst/>
          </a:prstGeom>
          <a:effectLst>
            <a:outerShdw blurRad="203200" dist="635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40080" y="649224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succeeded. Ein Repair. Open folder. Die 45,81 $ in der Leiste sind Tokenkosten über zehn Läufe — kein Umsatz.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PROJEKT  ·  ALETHIA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3A3530"/>
            </a:solidFill>
            <a:prstDash val="solid"/>
          </a:ln>
        </p:spPr>
      </p:sp>
      <p:pic>
        <p:nvPicPr>
          <p:cNvPr id="5" name="Image 0" descr="E:\AI Freelance Studio\generated_projects\Alethia-Carbon-Intelligence-order_e4b57d50-02ce-4c01-a67f-d01ed6125c17-execution_3604fb34-c97c-47c4-9451-33c\delivery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68680"/>
            <a:ext cx="7452360" cy="4657725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439912" y="960120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39912" y="1234440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Website. Dunkle Klima-Welt, lebendiges Netz.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39912" y="2130552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Lauf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39912" y="2404872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aus dem Studio-Fenster. Status: succeeded.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39912" y="3300984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39912" y="3575304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hält etwa 60 fps. Der Gate hat die Szene gemessen, nicht gelobt.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39912" y="4471416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zählt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39912" y="4745736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die Welt des Briefs — keine Standard-Vorlage in Beige.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PROJEKT  ·  HARBOUR BAKERY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3A3530"/>
            </a:solidFill>
            <a:prstDash val="solid"/>
          </a:ln>
        </p:spPr>
      </p:sp>
      <p:pic>
        <p:nvPicPr>
          <p:cNvPr id="5" name="Image 0" descr="E:\AI Freelance Studio\generated_projects\Harbour-Bakery-order_75da46bf-7239-4a90-81ff-88cad8466bef-execution_79e7991d-ebb3-4965-a38e-5cd\delivery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68680"/>
            <a:ext cx="7452360" cy="4657725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439912" y="960120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39912" y="1234440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Website. Warm, Hafen, Brot — eine andere Welt als Alethia.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39912" y="2130552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Lauf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39912" y="2404872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 sechs Minuten live. Ein Repair, dann succeeded.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39912" y="3300984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Elena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39912" y="3575304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nicht die Klima-Szene wiederverwendet. Diese Welt, nicht die andere.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39912" y="4471416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zählt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39912" y="4745736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Themen, zwei Gesichter. Genau das, was ein Studio verkaufen kann.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 DAS GELD SITZT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86384"/>
            <a:ext cx="10972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in der Lizenzfantasie.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der Lieferung.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975104"/>
            <a:ext cx="5440680" cy="19385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Auftrag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23744"/>
            <a:ext cx="4983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Kunde zahlt für eine Website oder eine kleine App. Studio ist das Werkzeug des Operators — nicht das Produkt des Bäckers.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75104"/>
            <a:ext cx="5440680" cy="19385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2140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Zeit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523744"/>
            <a:ext cx="4983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Harbour Bakery: rund sechs Minuten live. Tip Splitter ist als kleine App durch die QA gekommen. Das ist Arbeitszeit, die man verkaufen kann.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5440680" cy="19385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0624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Kosten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608576"/>
            <a:ext cx="4983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und Abos. In der Oberfläche stehen 45,81 $ über zehn Läufe. Wer rechnet, sieht beides: Erlös vom Kunden, Verbrauch der Modelle.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4059936"/>
            <a:ext cx="5440680" cy="19385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20624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Hebel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4608576"/>
            <a:ext cx="4983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 Woche, mehr Ordner — ohne nachts CSS zu schieben. Keine erfundene Million. Zuerst muss irgendwer außer uns einmal bestellt oder bezahlt haben.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DANACH KOMMT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Code ist da. Er ist eingefroren, bis der erste fremde Auftrag sitzt.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1907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Telegram-Bot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219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Selektor als nächster Pfad. Wird verkauft, wenn Website und App halten.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53619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71907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Marktplatz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22219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liegt im Repo. Nicht im Demo. Erst wenn jemand für eine Lieferung bezahlt hat.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53619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71907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Video, Präsentation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47888" y="22219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Generatoren existieren. Bewusst nicht verkauft, solange der Kernordner der Engpass ist.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7647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9593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Sandbox, Collaboration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" y="446227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Testlabor und Team-Chat sind gebaut und eingefroren. Kein zweites Produkt vor dem ersten Geld.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377647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39593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Signiertes Windows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44568" y="446227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gibt es. Unsigned. SmartScreen wird fragen. Signatur kommt, wenn wir sie brauchen.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77647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39593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Mehr Sprachen im Auftrag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7888" y="446227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Oberfläche kennt schon Englisch, Russisch, Deutsch. Dieser Pitch ist Deutsch. Der Lauf war Englisch.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SCHLUSS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pic>
        <p:nvPicPr>
          <p:cNvPr id="5" name="Image 0" descr="E:\AI Freelance Studio\AI_FreelanceStudi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5623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Schicken Sie den Ordner.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den Chatverlauf.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5623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zeigen das Fenster. Sie sitzen daneben.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auf Windows. Grok. Ein Auftrag. Der Ordner danach.</a:t>
            </a:r>
            <a:endParaRPr lang="en-US" sz="1600" dirty="0"/>
          </a:p>
        </p:txBody>
      </p:sp>
      <p:pic>
        <p:nvPicPr>
          <p:cNvPr id="8" name="Image 1" descr="E:\AI Freelance Studio\generated_projects\Harbour-Bakery-order_75da46bf-7239-4a90-81ff-88cad8466bef-execution_79e7991d-ebb3-4965-a38e-5cd\delivery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823" y="1417320"/>
            <a:ext cx="5193792" cy="3246120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FREELANCE STUDIO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Широкоэкранный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Freelance Studio — Investorenbriefing</dc:title>
  <dc:subject>Lokales Windows-Studio: aus einem Satz wird ein lieferbarer Ordner.</dc:subject>
  <dc:creator>AI Freelance Studio</dc:creator>
  <cp:lastModifiedBy>Igor Aksenov</cp:lastModifiedBy>
  <cp:revision>2</cp:revision>
  <dcterms:created xsi:type="dcterms:W3CDTF">2026-09-03T07:05:13Z</dcterms:created>
  <dcterms:modified xsi:type="dcterms:W3CDTF">2026-09-03T07:12:28Z</dcterms:modified>
</cp:coreProperties>
</file>