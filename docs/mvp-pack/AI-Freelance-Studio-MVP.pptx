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3192"/>
            <a:ext cx="128016" cy="128016"/>
          </a:xfrm>
          <a:prstGeom prst="ellipse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0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·  OPERATOR MVP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85455" y="320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 ·  2026</a:t>
            </a:r>
            <a:endParaRPr lang="en-US" sz="1100" dirty="0"/>
          </a:p>
        </p:txBody>
      </p:sp>
      <p:pic>
        <p:nvPicPr>
          <p:cNvPr id="13" name="Image 0" descr="E:\AI Freelance Studio\AI_FreelanceStudi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658368" cy="6583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71600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ПРОДУКТ / УСТАНОВКА / ЗАВИСИМОСТИ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187452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Freelance </a:t>
            </a:r>
            <a:pPr indent="0" marL="0">
              <a:buNone/>
            </a:pPr>
            <a:r>
              <a:rPr lang="en-US" sz="4000" i="1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548640" y="30632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студия: заказ обычным языком → проверенная папка проекта.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чат. Сдача с отчётом, скриншотом и командой запуска.</a:t>
            </a:r>
            <a:endParaRPr lang="en-US" sz="1800" dirty="0"/>
          </a:p>
        </p:txBody>
      </p:sp>
      <p:pic>
        <p:nvPicPr>
          <p:cNvPr id="17" name="Image 1" descr="E:\AI Freelance Studio\generated_projects\Harbour-Bakery-order_75da46bf-7239-4a90-81ff-88cad8466bef-execution_79e7991d-ebb3-4965-a38e-5cd\delivery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263" y="1554480"/>
            <a:ext cx="5193792" cy="324612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00000">
                <a:alpha val="40000"/>
              </a:srgbClr>
            </a:outerShdw>
          </a:effectLst>
        </p:spPr>
      </p:pic>
      <p:sp>
        <p:nvSpPr>
          <p:cNvPr id="18" name="Text 14"/>
          <p:cNvSpPr/>
          <p:nvPr/>
        </p:nvSpPr>
        <p:spPr>
          <a:xfrm>
            <a:off x="54864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INSTALLER  ·  1.0.0-beta.1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6217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для окна не нужен. Live-заказ — Docker + Grok CLI.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ЗАДАЧА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ПОЧЕМУ ЭТО СУЩЕСТВУЕТ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Модель умеет говорить. Клиенту нужна папка.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3520440" cy="40233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Чат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724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 переписке, без гейта, без скрина, без «как открыть».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1965960"/>
            <a:ext cx="3520440" cy="40233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Конструктор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48056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на все темы. Пекарня выглядит как климат-бренд.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955280" y="1965960"/>
            <a:ext cx="3520440" cy="40233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8388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183880" y="320040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Бриф, Елена, live-сборка, QA, папка сдачи. Тема заказа на экране.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ПРОДУКТ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СТАВИТСЯ НА СТОЛ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Десктоп на Windows. Один оператор. Один заказ до папки.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178308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1947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Заказ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или small web app. Текст клиента, не тикет в Jira.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178308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53128" y="1947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5312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Елена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53128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под эту тему: overlay, атмосфера мира заказа.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0" y="178308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56448" y="1947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5644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build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156448" y="2697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Grok / Ollama / Claude / OpenRouter пишет файлы на диск.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9808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9808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200, консоль, overflow, fps если есть canvas. Не «красота».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51960" y="397764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53128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53128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Сдача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453128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отчёт, скриншот. Open folder. Без автора.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55280" y="397764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156448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56448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156448" y="4892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workspace. Не новый заказ из-за квоты.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КОНТУР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РЕШАЮЩИЙ ПУТЬ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→ brief → Elena → live → QA → folder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2057400" cy="10515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88920" y="1920240"/>
            <a:ext cx="2057400" cy="10515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98648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brief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1920240"/>
            <a:ext cx="2057400" cy="10515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preview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69480" y="1920240"/>
            <a:ext cx="2057400" cy="10515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920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79208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live build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509760" y="1920240"/>
            <a:ext cx="2057400" cy="105156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1948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19488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folder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246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в селекторе.  </a:t>
            </a:r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один index.html.  </a:t>
            </a:r>
            <a:pPr indent="0" marL="0">
              <a:buNone/>
            </a:pPr>
            <a:r>
              <a:rPr lang="en-US" sz="1600" dirty="0">
                <a:solidFill>
                  <a:srgbClr val="A8D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web application</a:t>
            </a:r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Vite/React. Telegram bot — coming later.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11064240" cy="214884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206240"/>
            <a:ext cx="10424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Елена не вешает одну карточку на все заказы. Пекарня — гавань и хлеб. Климат-бренд — своя сцена. WebGL только если бриф про cinematic / 3D / живую сцену. Иначе overlay на CSS/canvas, без десятиминутного куба.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ДОКАЗАТЕЛЬСТВО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ЖИВЫЕ ПРОГОНЫ ИЗ ОКНА STUDIO</a:t>
            </a:r>
            <a:endParaRPr lang="en-US" sz="1200" dirty="0"/>
          </a:p>
        </p:txBody>
      </p:sp>
      <p:pic>
        <p:nvPicPr>
          <p:cNvPr id="13" name="Image 0" descr="E:\AI Freelance Studio\generated_projects\Alethia-Carbon-Intelligence-order_e4b57d50-02ce-4c01-a67f-d01ed6125c17-execution_3604fb34-c97c-47c4-9451-33c\delivery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4901184" cy="30632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pic>
        <p:nvPicPr>
          <p:cNvPr id="14" name="Image 1" descr="E:\AI Freelance Studio\generated_projects\Harbour-Bakery-order_75da46bf-7239-4a90-81ff-88cad8466bef-execution_79e7991d-ebb3-4965-a38e-5cd\delivery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1143000"/>
            <a:ext cx="4901184" cy="30632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pic>
      <p:sp>
        <p:nvSpPr>
          <p:cNvPr id="15" name="Text 11"/>
          <p:cNvSpPr/>
          <p:nvPr/>
        </p:nvSpPr>
        <p:spPr>
          <a:xfrm>
            <a:off x="548640" y="429768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ALETHIA  ·  cinematic website  ·  succeeded  ·  ~60 fps WebGL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769864" y="4297680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HARBOUR BAKERY  ·  другая тема  ·  succeeded  ·  356 с, 1 ремонт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Splitter (small web app) тоже доходил до succeeded. Гейт не оценивает вкус — он меряет, что страница живая и открывается.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INSTALLER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ГОТОВЫЙ УСТАНОВОЧНЫЙ MVP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 Setup. Окно Studio без Python.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1737360"/>
            <a:ext cx="6949440" cy="4297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1920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ФАЙЛ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240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Freelance Studio-Setup-1.0.0-beta.1-win.exe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frontend/installers/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~205 МБ  ·  SHA-256 в .sha256 рядом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 внутри: freelancerstudio-backend.exe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Пуск → AI Freelance Studio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20.07.2026. Подписи кода нет — SmartScreen может спросить. Live Grok/Елена Дня 3 в этом exe ещё нет: для демо заказа — исходники + start.bat.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26680" y="1737360"/>
            <a:ext cx="3886200" cy="4297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5528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A5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ЧЕСТНО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2286000"/>
            <a:ext cx="3429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открывает приложение.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Live-заказ всё равно просит Docker и Grok CLI.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package:win собирает unsigned exe. Сертификат в репозиторий не кладём.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ЗАВИСИМОСТИ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ДОЛЖНО СТОЯТЬ НА МАШИНЕ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≠ живой заказ. Ниже — минимум для каждого пути.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834640"/>
                <a:gridCol w="32918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D9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Программа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D9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Installer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D9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Live из исходников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D95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Зачем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2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хост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3.12+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D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venv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бэкенд исходников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20+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A8D9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/ Vite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live QA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гейты в контейнере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 CLI +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8A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live writer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grok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DE9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14b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если этот worker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если этот worker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8F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serve / pull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C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ОПЕРАТОР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КАК ЗАПУСТИТЬ ЗАКАЗ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Один клиент. Окно не трогать до Result.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1645920"/>
            <a:ext cx="502920" cy="566928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45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16459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start.bat  или  installer из Пуска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2377440"/>
            <a:ext cx="502920" cy="566928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3774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Grok Detect → Save. Live coding execution — 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502920" cy="566928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089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10896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 → Website → пример пекарни или свой бриф.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502920" cy="566928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404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8404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brief → Approve preview.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502920" cy="566928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720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5720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 the project files = Grok. Continue?  Start live build.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303520"/>
            <a:ext cx="502920" cy="566928"/>
          </a:xfrm>
          <a:prstGeom prst="rect">
            <a:avLst/>
          </a:prstGeom>
          <a:solidFill>
            <a:srgbClr val="A8D95E"/>
          </a:solidFill>
          <a:ln w="12700">
            <a:solidFill>
              <a:srgbClr val="A8D9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303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15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3035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Open folder. README, отчёт, скрин. Retry this workspace если упало.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ГРАНИЦЫ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777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ЕЩЁ НЕ MVP-ЛОЖЬ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Говорим вслух, чтобы не обещать облако.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169164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Подпись Windows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9808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 unsigned. SmartScreen — ожидаемо.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51960" y="169164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53128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Два контура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53128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= окно июля. Live Grok/Елена = исходники.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55280" y="169164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56448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First-try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56448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Bakery: 1 ремонт. Гейт не про вкус.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Заморозка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Видео, маркетплейс, sandbox, бот — не в демо.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51960" y="388620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53128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Квота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53128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стартовать новый заказ после быстрого provider-fail.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955280" y="3886200"/>
            <a:ext cx="3520440" cy="2011680"/>
          </a:xfrm>
          <a:prstGeom prst="rect">
            <a:avLst/>
          </a:prstGeom>
          <a:solidFill>
            <a:srgbClr val="151C1A"/>
          </a:solidFill>
          <a:ln w="9525">
            <a:solidFill>
              <a:srgbClr val="2A322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56448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9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Criterion 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56448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заказ от другого человека. Код это не закроет.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07647" y="201168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90527" y="201168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07647" y="6656832"/>
            <a:ext cx="182880" cy="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90527" y="6473952"/>
            <a:ext cx="0" cy="182880"/>
          </a:xfrm>
          <a:prstGeom prst="line">
            <a:avLst/>
          </a:prstGeom>
          <a:noFill/>
          <a:ln w="9525">
            <a:solidFill>
              <a:srgbClr val="5E63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AI_FREELANCE_STUDIO </a:t>
            </a:r>
            <a:pPr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pPr indent="0" marL="0">
              <a:buNone/>
            </a:pPr>
            <a:r>
              <a:rPr lang="en-US" sz="1100" spc="200" kern="0" dirty="0">
                <a:solidFill>
                  <a:srgbClr val="EDE9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88175" y="320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ЗАКРЫТИЕ   </a:t>
            </a:r>
            <a:pPr algn="r" indent="0" marL="0">
              <a:buNone/>
            </a:pPr>
            <a:r>
              <a:rPr lang="en-US" sz="11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algn="r" indent="0" marL="0">
              <a:buNone/>
            </a:pPr>
            <a:r>
              <a:rPr lang="en-US" sz="1100" spc="200" kern="0" dirty="0">
                <a:solidFill>
                  <a:srgbClr val="8A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pic>
        <p:nvPicPr>
          <p:cNvPr id="12" name="Image 0" descr="E:\AI Freelance Studio\AI_FreelanceStudio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DE9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Папка, которую можно открыть без нас.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48640" y="32918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Документы: docs/PRODUCT.md  ·  docs/MVP-INSTALL.md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Installer: frontend/installers/AI Freelance Studio-Setup-1.0.0-beta.1-win.exe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live: start.bat → bakery example → Grok → Start live build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A8D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FREELANCE STUDIO  ·  MVP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Freelance Studio — MVP</dc:title>
  <dc:subject>Описание продукта, установка и зависимости</dc:subject>
  <dc:creator>AI Freelance Studio</dc:creator>
  <cp:lastModifiedBy>AI Freelance Studio</cp:lastModifiedBy>
  <cp:revision>1</cp:revision>
  <dcterms:created xsi:type="dcterms:W3CDTF">2026-09-02T12:23:31Z</dcterms:created>
  <dcterms:modified xsi:type="dcterms:W3CDTF">2026-09-02T12:23:31Z</dcterms:modified>
</cp:coreProperties>
</file>