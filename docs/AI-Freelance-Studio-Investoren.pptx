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1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7151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AI Freelance Studio\AI_FreelanceStudi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38912"/>
            <a:ext cx="530352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98448" y="4572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FREELANCE STUDIO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298448" y="6949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SEPTEMBER 2026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1417320"/>
            <a:ext cx="4983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Aus einem Satz</a:t>
            </a:r>
            <a:endParaRPr lang="en-US" sz="3600" dirty="0"/>
          </a:p>
          <a:p>
            <a:pPr marL="0" indent="0">
              <a:buNone/>
            </a:pPr>
            <a:r>
              <a:rPr lang="en-US" sz="36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wird ein Ordner.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3456432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Chat. Auftrag rein, Ordner raus —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ohne uns am Telefon.</a:t>
            </a:r>
            <a:endParaRPr lang="en-US" sz="1800" dirty="0"/>
          </a:p>
        </p:txBody>
      </p:sp>
      <p:pic>
        <p:nvPicPr>
          <p:cNvPr id="7" name="Image 1" descr="E:\AI Freelance Studio\generated_projects\Harbour-Bakery-order_75da46bf-7239-4a90-81ff-88cad8466bef-execution_79e7991d-ebb3-4965-a38e-5cd\delivery_screensh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5759" y="1298448"/>
            <a:ext cx="5705856" cy="3566160"/>
          </a:xfrm>
          <a:prstGeom prst="rect">
            <a:avLst/>
          </a:prstGeom>
          <a:effectLst>
            <a:outerShdw blurRad="177800" dist="50800" dir="5400000" algn="bl" rotWithShape="0">
              <a:srgbClr val="000000">
                <a:alpha val="22000"/>
              </a:srgbClr>
            </a:outerShdw>
          </a:effectLst>
        </p:spPr>
      </p:pic>
      <p:sp>
        <p:nvSpPr>
          <p:cNvPr id="8" name="Text 4"/>
          <p:cNvSpPr/>
          <p:nvPr/>
        </p:nvSpPr>
        <p:spPr>
          <a:xfrm>
            <a:off x="640080" y="640080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Harbour Bakery  ·  live aus dem Studio-Fenster  ·  sechs Minuten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4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WAS DAS IST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905695" y="292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r>
              <a:rPr lang="en-US" sz="110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621792"/>
            <a:ext cx="10911535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0467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 Schreibtisch. Ein Auftrag. Eine Lieferung.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läuft auf Windows, beim Operator — nicht in der Cloud des Kunden. Man tippt, was bestellt ist. Die Software schreibt den Brief, lässt Elena die Richtung setzen, baut, prüft und legt einen Ordner hin: README, Bericht, Screenshot. Wer den Ordner bekommt, braucht uns nicht am Telefon.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633472"/>
            <a:ext cx="3566160" cy="3310128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8163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16382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3767328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Datei. index.html. Kein npm, kein Server. Im Browser öffnen — fertig.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43400" y="2633472"/>
            <a:ext cx="3566160" cy="3310128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8163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316382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Kleine Web-App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0" y="3767328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und React. Der Auftrag, den man sonst eine Woche von Hand macht.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46720" y="2633472"/>
            <a:ext cx="3566160" cy="3310128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28163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75320" y="3163824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Telegram-Bot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75320" y="3767328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Steht im Selektor. Kommt später. Wird heute nicht verkauft.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4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FÜR WEN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905695" y="292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r>
              <a:rPr lang="en-US" sz="110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621792"/>
            <a:ext cx="10911535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0467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Für den, der den Auftrag schon hat.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972800" cy="1353312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81328"/>
            <a:ext cx="100584" cy="1353312"/>
          </a:xfrm>
          <a:prstGeom prst="rect">
            <a:avLst/>
          </a:prstGeom>
          <a:solidFill>
            <a:srgbClr val="C9572C"/>
          </a:solidFill>
          <a:ln w="12700">
            <a:solidFill>
              <a:srgbClr val="C957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66420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Freelancer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24128" y="210312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Person, die Websites und kleine Apps verkauft — und nicht drei Nächte CSS schieben will.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962656"/>
            <a:ext cx="10972800" cy="1353312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962656"/>
            <a:ext cx="100584" cy="1353312"/>
          </a:xfrm>
          <a:prstGeom prst="rect">
            <a:avLst/>
          </a:prstGeom>
          <a:solidFill>
            <a:srgbClr val="C9572C"/>
          </a:solidFill>
          <a:ln w="12700">
            <a:solidFill>
              <a:srgbClr val="C957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3145536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Kleine Studios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24128" y="358444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Wenige Köpfe, viele Anfragen. Die Software sitzt neben dem Operator, nicht vor dem Kunden.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4443984"/>
            <a:ext cx="10972800" cy="1353312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443984"/>
            <a:ext cx="100584" cy="1353312"/>
          </a:xfrm>
          <a:prstGeom prst="rect">
            <a:avLst/>
          </a:prstGeom>
          <a:solidFill>
            <a:srgbClr val="C9572C"/>
          </a:solidFill>
          <a:ln w="12700">
            <a:solidFill>
              <a:srgbClr val="C957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4626864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Nicht der Endkunde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24128" y="506577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Bäcker sieht den Ordner. Er installiert Studio nicht. So soll es sein.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4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WAS HEUTE GEHT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905695" y="292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r>
              <a:rPr lang="en-US" sz="110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621792"/>
            <a:ext cx="10911535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046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Nicht versprochen. Gelaufen.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389888"/>
            <a:ext cx="3566160" cy="2194560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727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aus dem Fenster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103120"/>
            <a:ext cx="31546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Project, Brief, Elena, Start live build. Der Ordner kommt aus dem echten Lauf — nicht aus einer Attrappe.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389888"/>
            <a:ext cx="3566160" cy="2194560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15727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 schreibt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44568" y="2103120"/>
            <a:ext cx="31546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Grok-Abo, lokale Ollama, Claude Code, OpenCode oder OpenRouter. Vor dem Start gewählt.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1389888"/>
            <a:ext cx="3566160" cy="2194560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7888" y="15727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Elena nach Thema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47888" y="2103120"/>
            <a:ext cx="31546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Bäckerei wird nicht zum Klima-Brand. Jeder Brief bekommt die Atmosphäre dieser Welt.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721608"/>
            <a:ext cx="3566160" cy="2194560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9044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QA, die misst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" y="4434840"/>
            <a:ext cx="31546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200, Konsole, Overflow, fps wenn eine Leinwand da ist. Schönheit ist kein Gate — Messung schon.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43400" y="3721608"/>
            <a:ext cx="3566160" cy="2194560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44568" y="39044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Ordner ohne uns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44568" y="4434840"/>
            <a:ext cx="31546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README, Bericht, Screenshot. Open folder. Repair im selben Workspace, kein neuer Auftrag.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46720" y="3721608"/>
            <a:ext cx="3566160" cy="2194560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47888" y="39044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Preflight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47888" y="4434840"/>
            <a:ext cx="31546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Fehlt Docker oder grok login, startet Live nicht. Die Checkliste nennt den Befehl.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4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DIE AGENTEN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905695" y="292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r>
              <a:rPr lang="en-US" sz="110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621792"/>
            <a:ext cx="10911535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6809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Jeder hat eine Rolle. Keiner darf die des anderen nehmen.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3566160" cy="2084832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463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Alex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192024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Projektleitung. Fragt nach, bis Scope und Fertig-Kriterien stehen. Schreibt keinen Code.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43400" y="1280160"/>
            <a:ext cx="3566160" cy="2084832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1463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Elena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44568" y="192024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Design. Richtung und Atmosphäre. Sie hält die Komposition — sie verkauft keinen Geschmack.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0" y="1280160"/>
            <a:ext cx="3566160" cy="2084832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7888" y="1463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Codex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47888" y="192024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Übergabe an den Coder. Architektur, Dateien, Grenzen. Darf das MVP nicht selbst für fertig erklären.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520440"/>
            <a:ext cx="3566160" cy="2084832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703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1248" y="416052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Grok, Ollama, Claude oder OpenRouter. Schreibt die Dateien auf die Platte.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343400" y="3520440"/>
            <a:ext cx="3566160" cy="2084832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44568" y="3703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BugCatcher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44568" y="416052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QA. Was rot ist, geht zurück. Was grün ist, ist gemessen — nicht behauptet.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046720" y="3520440"/>
            <a:ext cx="3566160" cy="2084832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47888" y="3703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Judge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47888" y="416052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Liest nur die Belege. Darf objektives Scheitern nicht wegwischen.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" y="649224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 (Analyse), Sentinel (Sicherheit), Lupa (Code-Review) und Goldie (Geschäft) sitzen als Rollenverträge im Studio. Sie laufen nicht auf jedem Website-Auftrag mit.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4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 ·  AUFTRAG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905695" y="292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r>
              <a:rPr lang="en-US" sz="110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621792"/>
            <a:ext cx="10911535" cy="0"/>
          </a:xfrm>
          <a:prstGeom prst="line">
            <a:avLst/>
          </a:prstGeom>
          <a:noFill/>
          <a:ln w="9525">
            <a:solidFill>
              <a:srgbClr val="3A3530"/>
            </a:solidFill>
            <a:prstDash val="solid"/>
          </a:ln>
        </p:spPr>
      </p:sp>
      <p:pic>
        <p:nvPicPr>
          <p:cNvPr id="5" name="Image 0" descr="E:\AI Freelance Studio\docs\mvp-pack\ui-shots\ui-bakery-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2216" y="804672"/>
            <a:ext cx="7827264" cy="4892040"/>
          </a:xfrm>
          <a:prstGeom prst="rect">
            <a:avLst/>
          </a:prstGeom>
          <a:effectLst>
            <a:outerShdw blurRad="203200" dist="63500" dir="5400000" algn="bl" rotWithShape="0">
              <a:srgbClr val="000000">
                <a:alpha val="40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640080" y="649224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Operator schreibt den Auftrag in Alltagssprache. Harbour Bakery — so startet ein Live-Lauf.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4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 ·  LIEFERUNG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905695" y="292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r>
              <a:rPr lang="en-US" sz="110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621792"/>
            <a:ext cx="10911535" cy="0"/>
          </a:xfrm>
          <a:prstGeom prst="line">
            <a:avLst/>
          </a:prstGeom>
          <a:noFill/>
          <a:ln w="9525">
            <a:solidFill>
              <a:srgbClr val="3A3530"/>
            </a:solidFill>
            <a:prstDash val="solid"/>
          </a:ln>
        </p:spPr>
      </p:sp>
      <p:pic>
        <p:nvPicPr>
          <p:cNvPr id="5" name="Image 0" descr="E:\AI Freelance Studio\docs\mvp-pack\ui-shots\ui-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2216" y="804672"/>
            <a:ext cx="7827264" cy="4892040"/>
          </a:xfrm>
          <a:prstGeom prst="rect">
            <a:avLst/>
          </a:prstGeom>
          <a:effectLst>
            <a:outerShdw blurRad="203200" dist="63500" dir="5400000" algn="bl" rotWithShape="0">
              <a:srgbClr val="000000">
                <a:alpha val="40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640080" y="649224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succeeded. Ein Repair. Open folder. Die 45,81 $ in der Leiste sind Tokenkosten über zehn Läufe — kein Umsatz.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4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PROJEKT  ·  ALETHIA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905695" y="292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r>
              <a:rPr lang="en-US" sz="110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621792"/>
            <a:ext cx="10911535" cy="0"/>
          </a:xfrm>
          <a:prstGeom prst="line">
            <a:avLst/>
          </a:prstGeom>
          <a:noFill/>
          <a:ln w="9525">
            <a:solidFill>
              <a:srgbClr val="3A3530"/>
            </a:solidFill>
            <a:prstDash val="solid"/>
          </a:ln>
        </p:spPr>
      </p:sp>
      <p:pic>
        <p:nvPicPr>
          <p:cNvPr id="5" name="Image 0" descr="E:\AI Freelance Studio\generated_projects\Alethia-Carbon-Intelligence-order_e4b57d50-02ce-4c01-a67f-d01ed6125c17-execution_3604fb34-c97c-47c4-9451-33c\delivery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868680"/>
            <a:ext cx="7452360" cy="4657725"/>
          </a:xfrm>
          <a:prstGeom prst="rect">
            <a:avLst/>
          </a:prstGeom>
          <a:effectLst>
            <a:outerShdw blurRad="177800" dist="50800" dir="5400000" algn="bl" rotWithShape="0">
              <a:srgbClr val="000000">
                <a:alpha val="40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8439912" y="960120"/>
            <a:ext cx="3111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2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439912" y="1234440"/>
            <a:ext cx="311170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5D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Cinematic Website. Dunkle Klima-Welt, lebendiges Netz.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439912" y="2130552"/>
            <a:ext cx="3111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2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Lauf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439912" y="2404872"/>
            <a:ext cx="311170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5D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aus dem Studio-Fenster. Status: succeeded.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439912" y="3300984"/>
            <a:ext cx="3111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2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439912" y="3575304"/>
            <a:ext cx="311170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5D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WebGL hält etwa 60 fps. Der Gate hat die Szene gemessen, nicht gelobt.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439912" y="4471416"/>
            <a:ext cx="3111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2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Was zählt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439912" y="4745736"/>
            <a:ext cx="311170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5D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 die Welt des Briefs — keine Standard-Vorlage in Beige.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4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PROJEKT  ·  HARBOUR BAKERY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905695" y="292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r>
              <a:rPr lang="en-US" sz="110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621792"/>
            <a:ext cx="10911535" cy="0"/>
          </a:xfrm>
          <a:prstGeom prst="line">
            <a:avLst/>
          </a:prstGeom>
          <a:noFill/>
          <a:ln w="9525">
            <a:solidFill>
              <a:srgbClr val="3A3530"/>
            </a:solidFill>
            <a:prstDash val="solid"/>
          </a:ln>
        </p:spPr>
      </p:sp>
      <p:pic>
        <p:nvPicPr>
          <p:cNvPr id="5" name="Image 0" descr="E:\AI Freelance Studio\generated_projects\Harbour-Bakery-order_75da46bf-7239-4a90-81ff-88cad8466bef-execution_79e7991d-ebb3-4965-a38e-5cd\delivery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868680"/>
            <a:ext cx="7452360" cy="4657725"/>
          </a:xfrm>
          <a:prstGeom prst="rect">
            <a:avLst/>
          </a:prstGeom>
          <a:effectLst>
            <a:outerShdw blurRad="177800" dist="50800" dir="5400000" algn="bl" rotWithShape="0">
              <a:srgbClr val="000000">
                <a:alpha val="40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8439912" y="960120"/>
            <a:ext cx="3111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2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439912" y="1234440"/>
            <a:ext cx="311170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5D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Website. Warm, Hafen, Brot — eine andere Welt als Alethia.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439912" y="2130552"/>
            <a:ext cx="3111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2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Lauf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439912" y="2404872"/>
            <a:ext cx="311170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5D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Rund sechs Minuten live. Ein Repair, dann succeeded.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439912" y="3300984"/>
            <a:ext cx="3111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2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Elena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439912" y="3575304"/>
            <a:ext cx="311170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5D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 nicht die Klima-Szene wiederverwendet. Diese Welt, nicht die andere.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439912" y="4471416"/>
            <a:ext cx="3111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2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Was zählt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439912" y="4745736"/>
            <a:ext cx="311170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5D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Themen, zwei Gesichter. Genau das, was ein Studio verkaufen kann.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4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 DAS GELD SITZT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905695" y="292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10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621792"/>
            <a:ext cx="10911535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86384"/>
            <a:ext cx="10972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Nicht in der Lizenzfantasie.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der Lieferung.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975104"/>
            <a:ext cx="5440680" cy="1938528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2140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Auftrag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523744"/>
            <a:ext cx="4983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Kunde zahlt für eine Website oder eine kleine App. Studio ist das Werkzeug des Operators — nicht das Produkt des Bäckers.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975104"/>
            <a:ext cx="5440680" cy="1938528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12140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Zeit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2523744"/>
            <a:ext cx="4983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Harbour Bakery: rund sechs Minuten live. Tip Splitter ist als kleine App durch die QA gekommen. Das ist Arbeitszeit, die man verkaufen kann.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059936"/>
            <a:ext cx="5440680" cy="1938528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20624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Kosten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4608576"/>
            <a:ext cx="4983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und Abos. In der Oberfläche stehen 45,81 $ über zehn Läufe. Wer rechnet, sieht beides: Erlös vom Kunden, Verbrauch der Modelle.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4059936"/>
            <a:ext cx="5440680" cy="1938528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420624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Hebel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92240" y="4608576"/>
            <a:ext cx="4983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Dieselbe Woche, mehr Ordner — ohne nachts CSS zu schieben. Keine erfundene Million. Zuerst muss irgendwer außer uns einmal bestellt oder bezahlt haben.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4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WAS DANACH KOMMT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905695" y="292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r>
              <a:rPr lang="en-US" sz="110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621792"/>
            <a:ext cx="10911535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Code ist da. Er ist eingefroren, bis der erste fremde Auftrag sitzt.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536192"/>
            <a:ext cx="3566160" cy="2084832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719072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Telegram-Bot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221992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Selektor als nächster Pfad. Wird verkauft, wenn Website und App halten.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536192"/>
            <a:ext cx="3566160" cy="2084832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1719072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Marktplatz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44568" y="2221992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liegt im Repo. Nicht im Demo. Erst wenn jemand für eine Lieferung bezahlt hat.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1536192"/>
            <a:ext cx="3566160" cy="2084832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7888" y="1719072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Video, Präsentation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47888" y="2221992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Generatoren existieren. Bewusst nicht verkauft, solange der Kernordner der Engpass ist.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776472"/>
            <a:ext cx="3566160" cy="2084832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959352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Sandbox, Collaboration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" y="4462272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Testlabor und Team-Chat sind gebaut und eingefroren. Kein zweites Produkt vor dem ersten Geld.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43400" y="3776472"/>
            <a:ext cx="3566160" cy="2084832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44568" y="3959352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Signiertes Windows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44568" y="4462272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gibt es. Unsigned. SmartScreen wird fragen. Signatur kommt, wenn wir sie brauchen.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46720" y="3776472"/>
            <a:ext cx="3566160" cy="2084832"/>
          </a:xfrm>
          <a:prstGeom prst="rect">
            <a:avLst/>
          </a:prstGeom>
          <a:solidFill>
            <a:srgbClr val="EDE8DF"/>
          </a:solidFill>
          <a:ln w="9525">
            <a:solidFill>
              <a:srgbClr val="D9D2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47888" y="3959352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Mehr Sprachen im Auftrag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47888" y="4462272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Oberfläche kennt schon Englisch, Russisch, Deutsch. Dieser Pitch ist Deutsch. Der Lauf war Englisch.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4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SCHLUSS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905695" y="292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r>
              <a:rPr lang="en-US" sz="1100" dirty="0">
                <a:solidFill>
                  <a:srgbClr val="8A8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621792"/>
            <a:ext cx="10911535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pic>
        <p:nvPicPr>
          <p:cNvPr id="5" name="Image 0" descr="E:\AI Freelance Studio\AI_FreelanceStudi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515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920240"/>
            <a:ext cx="5623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Schicken Sie den Ordner.</a:t>
            </a:r>
            <a:endParaRPr lang="en-US" sz="3000" dirty="0"/>
          </a:p>
          <a:p>
            <a:pPr marL="0" indent="0">
              <a:buNone/>
            </a:pPr>
            <a:r>
              <a:rPr lang="en-US" sz="30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Nicht den Chatverlauf.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0080" y="3520440"/>
            <a:ext cx="5623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zeigen das Fenster. Sie sitzen daneben.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A4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auf Windows. Grok. Ein Auftrag. Der Ordner danach.</a:t>
            </a:r>
            <a:endParaRPr lang="en-US" sz="1600" dirty="0"/>
          </a:p>
        </p:txBody>
      </p:sp>
      <p:pic>
        <p:nvPicPr>
          <p:cNvPr id="8" name="Image 1" descr="E:\AI Freelance Studio\generated_projects\Harbour-Bakery-order_75da46bf-7239-4a90-81ff-88cad8466bef-execution_79e7991d-ebb3-4965-a38e-5cd\delivery_screensh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823" y="1417320"/>
            <a:ext cx="5193792" cy="3246120"/>
          </a:xfrm>
          <a:prstGeom prst="rect">
            <a:avLst/>
          </a:prstGeom>
          <a:effectLst>
            <a:outerShdw blurRad="177800" dist="50800" dir="5400000" algn="bl" rotWithShape="0">
              <a:srgbClr val="000000">
                <a:alpha val="22000"/>
              </a:srgbClr>
            </a:outerShdw>
          </a:effectLst>
        </p:spPr>
      </p:pic>
      <p:sp>
        <p:nvSpPr>
          <p:cNvPr id="9" name="Text 5"/>
          <p:cNvSpPr/>
          <p:nvPr/>
        </p:nvSpPr>
        <p:spPr>
          <a:xfrm>
            <a:off x="640080" y="63550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C95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FREELANCE STUDIO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1017</Words>
  <Application>Microsoft Office PowerPoint</Application>
  <PresentationFormat>Широкоэкранный</PresentationFormat>
  <Paragraphs>132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Freelance Studio — Investorenbriefing</dc:title>
  <dc:subject>Lokales Windows-Studio: aus einem Satz wird ein lieferbarer Ordner.</dc:subject>
  <dc:creator>AI Freelance Studio</dc:creator>
  <cp:lastModifiedBy>Igor Aksenov</cp:lastModifiedBy>
  <cp:revision>2</cp:revision>
  <dcterms:created xsi:type="dcterms:W3CDTF">2026-09-03T07:05:13Z</dcterms:created>
  <dcterms:modified xsi:type="dcterms:W3CDTF">2026-09-03T07:14:47Z</dcterms:modified>
</cp:coreProperties>
</file>